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con la transformación: en cuatro años pasamos de pedir respuestas a encargar trabajo. No te presentes todavía. Duración: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Expón resultados comprensibles para una audiencia que aún no conoce chat, workflow o agente. Haz énfasis en comprender, distinguir y aplicar. Duración: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Ahora sí preséntate. No leas la lámina: cuenta la transición desde servicio, cocina y mixología hacia marketing, corretaje y construcción con IA. Duración: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los diez hitos sin convertirlos en una clase de historia. Corrige el mito: Arthur Samuel acuñó machine learning en 1959. ImageNet 2009 conecta Deep Blue con AlexNet.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reconocer, crear y actuar con ejemplos cotidianos. Son capacidades acumulativas.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METR con precisión: duración que tomaría a un experto humano y 50% de éxito en tareas técnicas bien especificadas. Los modelos actuales GPT-5.6 Sol, Claude Fable 5 y Opus 4.8 aún no tienen una medición METR comparable publicada.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Cuenta una vuelta completa: IA ayuda a crear software; las personas construyen más rápido; aparecen más productos y uso; esa experiencia financia y mejora la siguiente generación. No digas que la IA se mejora sola.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contexto a cada cifra. McKinsey encuestó a 1.993 participantes de 105 países, de distintas industrias, tamaños y funciones. 88% reportó uso regular, pero solo cerca de un tercio está escalando.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 evidencia de interpretación. Los porcentajes provienen de 1,5 millones de conversaciones de consumidores en ChatGPT. El mapa de madurez es conceptual: no existe una encuesta global única que mida esas cuatro etapas con la misma muestra.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Exposición no equivale a despido. La OIT la usa como señal de qué tareas podrían cambiar. Los trabajos administrativos están más expuestos; los trabajos físicos, presenciales y variables, menos. WEF es un escenario de múltiples tendencias, no solo IA.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Haz una analogía humana y sencilla. La electricidad redujo nuestra dependencia de la fuerza física y llevó energía a hogares, ciudades y máquinas. La IA generativa reduce nuestra dependencia del tiempo y conocimiento individual para crear, analizar y producir. No son tecnologías idénticas: comparten el patrón de ampliar lo que una persona puede hacer.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Contextualiza: RPR encuestó a 225 miembros de la National Association of REALTORS en Estados Unidos. Es un pulso sectorial, no una medición de Chile.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 que token no equivale a palabra. La separación mostrada es ilustrativa porque cada modelo usa un tokenizador distinto. Atención relaciona cada parte con el resto del contexto. Duración: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Modelo, contexto, tokens y herramientas. Token es unidad de procesamiento, no una moneda.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contexto tácito: señales no escritas como intención, historia de la relación, ironía, presión, miedo o una excepción que todos conocen. No hay evidencia de conciencia; operativamente es un sistema probabilístico.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empresas por especialidad, no como ranking. Usa las marcas como orientación visual. OpenAI, Anthropic y Google son generalistas; el ecosistema abierto ofrece control; Higgsfield y ElevenLabs destacan en creación visual y voz.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es concreta: cambió el tamaño del encargo. En 2022 pedías un texto. En 2026 puedes pedir un conjunto conectado de entregables, revisión y uso de herramientas.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Transición: ya entendimos qué es y por qué importa. Ahora elegiremos herramientas a partir del resultado, no de la popularidad de una marca. Duración: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las categorías, no fichas técnicas. Una misma herramienta puede aparecer en más de una. Los productos y planes cambian; la función es la parte durable.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 dos confusiones: un proyecto puede producir varias piezas, pero comienza cuando la persona lo pide; un agente sostiene varios pasos. Solo es proactivo si existe un disparador o un horario.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Empieza por el motivo: funciones y modelos nuevos aparecen continuamente. Después propone una rutina sostenible. La prueba semanal debe hacerse con una tarea real y sin datos sensibles.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al rol inmobiliario. Pregunta al grupo cuál tarea repetida les quita más energía cada semana. Duración: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Haz que respondan las preguntas con una tarea propia. Si no pueden describir la tarea, la información y el resultado, todavía no necesitan elegir una aplicación. Duración: 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no es quitar al asesor de la relación. La IA prepara y ordena; la persona entiende al cliente, negocia, decide y responde por lo que comunica. Duración: 3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Transición. Los próximos ejercicios se hacen en vivo y con información ficticia. Duración: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Hazlo en vivo. Quien ya tenga cuenta puede crear un proyecto para la clase. Muestra los controles de datos y recuerda no subir información real de clientes sin política y autorización. Duración: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 una transcripción y una plantilla ficticias. Primero pide extraer, después rastrear cada campo a una frase y finalmente listar faltantes o contradicciones. Revisa antes de copiar al sistema oficial. Duración: 6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que una skill es una instrucción reutilizable con pasos, reglas, ejemplos y criterios. Para mostrar uso del computador, emplea archivos ficticios en una carpeta de práctica. Duración: 7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 una imagen o anuncio en vivo con datos ficticios. Primero fija hechos, público y estilo; después pide variantes y revisa que el modelo no invente características. Duración: 7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la conversación. Pide describir tareas sin datos sensibles y usa las cuatro preguntas como guía. Agrupa preguntas similares. Duración: 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con la división de trabajo que atravesó toda la clase: la IA prepara lo repetitivo; el asesor entiende, decide y responde por la relación. Duración: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Apéndice. No necesita tiempo docente. Verifica nuevamente productos, precios y disponibilidad si reutilizas la clase después de julio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A 2026 · De conversar a dirigir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 que te llevarás de esta clase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Quién es Elkis Daza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istoria breve de la inteligencia artificial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Tres etapas de la IA moderna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s tareas que puede sostener son más largas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l efecto bola de nieve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a IA ya está dentro de las empresas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ómo está usando la gente la IA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Qué tareas y empleos están más expuestos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lectricidad e IA: dos ampliaciones de la capacidad humana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Uso de IA entre corredores inmobiliarios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ómo produce una respuesta un modelo de lenguaje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uatro ideas para entender cualquier herramienta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uede acertar en algo difícil y fallar en algo sencillo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No existe una sola IA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 pedir una respuesta a encargar trabajo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lige la herramienta por el trabajo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inco familias de herramientas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nversación, proyecto o agente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ntenerse actualizado sin perseguir cada novedad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ensar en IA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uatro preguntas antes de abrir una herramienta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acer el mismo trabajo mejor y en menos tiempo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nos a la obra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rea tu espacio de trabajo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áctica 1 · De una conversación a un formulario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áctica 2 · Enseña una tarea que repites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áctica 3 · Crea un anuncio desde un brief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reguntas y respuestas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ierre · el criterio sigue siendo humano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entes y criterio editorial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2026 · De conversar a dirigir</dc:title>
  <dc:subject/>
  <dc:creator>Capital Academy</dc:creator>
  <cp:keywords/>
  <dc:description>Exportado desde https://capitalacademy.cl/presentaciones/ia-2026 · Cada lámina es una imagen; el texto editable vive en las notas del presentador.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